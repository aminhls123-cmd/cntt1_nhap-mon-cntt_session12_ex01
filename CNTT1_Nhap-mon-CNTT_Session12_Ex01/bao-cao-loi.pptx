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7" r:id="rId3"/>
    <p:sldId id="258" r:id="rId4"/>
    <p:sldId id="260" r:id="rId5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0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ình giữ chỗ đầ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Phần giữ chỗ ngà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vi-VN" smtClean="0"/>
            </a:fld>
            <a:endParaRPr lang="vi-VN"/>
          </a:p>
        </p:txBody>
      </p:sp>
      <p:sp>
        <p:nvSpPr>
          <p:cNvPr id="4" name="Phần giữ chỗ hình ảnh trang chiế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Trình giữ chỗ Ghi ch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 smtClean="0"/>
              <a:t>Nhấp để chỉnh sửa kiểu văn bản trang chiếu cái</a:t>
            </a:r>
            <a:endParaRPr lang="vi-VN" smtClean="0"/>
          </a:p>
          <a:p>
            <a:pPr lvl="1"/>
            <a:r>
              <a:rPr lang="vi-VN" smtClean="0"/>
              <a:t>Cấp độ thứ hai</a:t>
            </a:r>
            <a:endParaRPr lang="vi-VN" smtClean="0"/>
          </a:p>
          <a:p>
            <a:pPr lvl="2"/>
            <a:r>
              <a:rPr lang="vi-VN" smtClean="0"/>
              <a:t>Cấp độ thứ ba</a:t>
            </a:r>
            <a:endParaRPr lang="vi-VN" smtClean="0"/>
          </a:p>
          <a:p>
            <a:pPr lvl="3"/>
            <a:r>
              <a:rPr lang="vi-VN" smtClean="0"/>
              <a:t>Cấp độ thứ tư</a:t>
            </a:r>
            <a:endParaRPr lang="vi-VN" smtClean="0"/>
          </a:p>
          <a:p>
            <a:pPr lvl="4"/>
            <a:r>
              <a:rPr lang="vi-VN" smtClean="0"/>
              <a:t>Cấp độ thứ năm</a:t>
            </a:r>
            <a:endParaRPr lang="vi-VN"/>
          </a:p>
        </p:txBody>
      </p:sp>
      <p:sp>
        <p:nvSpPr>
          <p:cNvPr id="6" name="Trình giữ chỗ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Trình giữ chỗ số trang chiế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vi-VN" smtClean="0"/>
            </a:fld>
            <a:endParaRPr 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microsoft.com/office/2007/relationships/hdphoto" Target="../media/image2.wdp"/><Relationship Id="rId12" Type="http://schemas.openxmlformats.org/officeDocument/2006/relationships/image" Target="../media/image1.png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4" Type="http://schemas.openxmlformats.org/officeDocument/2006/relationships/tags" Target="../tags/tag39.xml"/><Relationship Id="rId13" Type="http://schemas.openxmlformats.org/officeDocument/2006/relationships/tags" Target="../tags/tag38.xml"/><Relationship Id="rId12" Type="http://schemas.openxmlformats.org/officeDocument/2006/relationships/tags" Target="../tags/tag37.xml"/><Relationship Id="rId11" Type="http://schemas.openxmlformats.org/officeDocument/2006/relationships/image" Target="../media/image3.png"/><Relationship Id="rId10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9" Type="http://schemas.openxmlformats.org/officeDocument/2006/relationships/tags" Target="../tags/tag83.xml"/><Relationship Id="rId18" Type="http://schemas.openxmlformats.org/officeDocument/2006/relationships/tags" Target="../tags/tag82.xml"/><Relationship Id="rId17" Type="http://schemas.openxmlformats.org/officeDocument/2006/relationships/tags" Target="../tags/tag81.xml"/><Relationship Id="rId16" Type="http://schemas.openxmlformats.org/officeDocument/2006/relationships/image" Target="../media/image7.png"/><Relationship Id="rId15" Type="http://schemas.openxmlformats.org/officeDocument/2006/relationships/tags" Target="../tags/tag80.xml"/><Relationship Id="rId14" Type="http://schemas.microsoft.com/office/2007/relationships/hdphoto" Target="../media/image6.wdp"/><Relationship Id="rId13" Type="http://schemas.openxmlformats.org/officeDocument/2006/relationships/image" Target="../media/image5.png"/><Relationship Id="rId12" Type="http://schemas.openxmlformats.org/officeDocument/2006/relationships/tags" Target="../tags/tag79.xml"/><Relationship Id="rId11" Type="http://schemas.openxmlformats.org/officeDocument/2006/relationships/image" Target="../media/image4.png"/><Relationship Id="rId10" Type="http://schemas.openxmlformats.org/officeDocument/2006/relationships/tags" Target="../tags/tag78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任意多边形: 形状 34"/>
          <p:cNvSpPr/>
          <p:nvPr>
            <p:custDataLst>
              <p:tags r:id="rId3"/>
            </p:custDataLst>
          </p:nvPr>
        </p:nvSpPr>
        <p:spPr>
          <a:xfrm>
            <a:off x="0" y="5604589"/>
            <a:ext cx="1393076" cy="1253411"/>
          </a:xfrm>
          <a:custGeom>
            <a:avLst/>
            <a:gdLst>
              <a:gd name="connsiteX0" fmla="*/ 0 w 1774536"/>
              <a:gd name="connsiteY0" fmla="*/ 0 h 1596627"/>
              <a:gd name="connsiteX1" fmla="*/ 965024 w 1774536"/>
              <a:gd name="connsiteY1" fmla="*/ 0 h 1596627"/>
              <a:gd name="connsiteX2" fmla="*/ 1235136 w 1774536"/>
              <a:gd name="connsiteY2" fmla="*/ 155934 h 1596627"/>
              <a:gd name="connsiteX3" fmla="*/ 1732763 w 1774536"/>
              <a:gd name="connsiteY3" fmla="*/ 1017906 h 1596627"/>
              <a:gd name="connsiteX4" fmla="*/ 1732763 w 1774536"/>
              <a:gd name="connsiteY4" fmla="*/ 1329773 h 1596627"/>
              <a:gd name="connsiteX5" fmla="*/ 1578693 w 1774536"/>
              <a:gd name="connsiteY5" fmla="*/ 1596627 h 1596627"/>
              <a:gd name="connsiteX6" fmla="*/ 0 w 1774536"/>
              <a:gd name="connsiteY6" fmla="*/ 1596627 h 1596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4536" h="1596627">
                <a:moveTo>
                  <a:pt x="0" y="0"/>
                </a:moveTo>
                <a:lnTo>
                  <a:pt x="965024" y="0"/>
                </a:lnTo>
                <a:cubicBezTo>
                  <a:pt x="1076458" y="0"/>
                  <a:pt x="1179401" y="59431"/>
                  <a:pt x="1235136" y="155934"/>
                </a:cubicBezTo>
                <a:lnTo>
                  <a:pt x="1732763" y="1017906"/>
                </a:lnTo>
                <a:cubicBezTo>
                  <a:pt x="1788461" y="1114408"/>
                  <a:pt x="1788461" y="1233270"/>
                  <a:pt x="1732763" y="1329773"/>
                </a:cubicBezTo>
                <a:lnTo>
                  <a:pt x="1578693" y="1596627"/>
                </a:lnTo>
                <a:lnTo>
                  <a:pt x="0" y="159662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63000">
                <a:schemeClr val="accent1">
                  <a:alpha val="25000"/>
                </a:schemeClr>
              </a:gs>
            </a:gsLst>
            <a:lin ang="18900000" scaled="1"/>
            <a:tileRect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en-US">
              <a:sym typeface="+mn-lt"/>
            </a:endParaRPr>
          </a:p>
        </p:txBody>
      </p:sp>
      <p:sp>
        <p:nvSpPr>
          <p:cNvPr id="29" name="任意多边形: 形状 28"/>
          <p:cNvSpPr/>
          <p:nvPr>
            <p:custDataLst>
              <p:tags r:id="rId4"/>
            </p:custDataLst>
          </p:nvPr>
        </p:nvSpPr>
        <p:spPr>
          <a:xfrm>
            <a:off x="7302921" y="0"/>
            <a:ext cx="4889079" cy="4634823"/>
          </a:xfrm>
          <a:custGeom>
            <a:avLst/>
            <a:gdLst>
              <a:gd name="connsiteX0" fmla="*/ 860827 w 4515263"/>
              <a:gd name="connsiteY0" fmla="*/ 0 h 4280448"/>
              <a:gd name="connsiteX1" fmla="*/ 4515263 w 4515263"/>
              <a:gd name="connsiteY1" fmla="*/ 0 h 4280448"/>
              <a:gd name="connsiteX2" fmla="*/ 4515263 w 4515263"/>
              <a:gd name="connsiteY2" fmla="*/ 4052484 h 4280448"/>
              <a:gd name="connsiteX3" fmla="*/ 4492015 w 4515263"/>
              <a:gd name="connsiteY3" fmla="*/ 4078891 h 4280448"/>
              <a:gd name="connsiteX4" fmla="*/ 4003859 w 4515263"/>
              <a:gd name="connsiteY4" fmla="*/ 4280448 h 4280448"/>
              <a:gd name="connsiteX5" fmla="*/ 1795825 w 4515263"/>
              <a:gd name="connsiteY5" fmla="*/ 4280448 h 4280448"/>
              <a:gd name="connsiteX6" fmla="*/ 1196689 w 4515263"/>
              <a:gd name="connsiteY6" fmla="*/ 3934525 h 4280448"/>
              <a:gd name="connsiteX7" fmla="*/ 92672 w 4515263"/>
              <a:gd name="connsiteY7" fmla="*/ 2022323 h 4280448"/>
              <a:gd name="connsiteX8" fmla="*/ 92672 w 4515263"/>
              <a:gd name="connsiteY8" fmla="*/ 1330476 h 4280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15263" h="4280448">
                <a:moveTo>
                  <a:pt x="860827" y="0"/>
                </a:moveTo>
                <a:lnTo>
                  <a:pt x="4515263" y="0"/>
                </a:lnTo>
                <a:lnTo>
                  <a:pt x="4515263" y="4052484"/>
                </a:lnTo>
                <a:lnTo>
                  <a:pt x="4492015" y="4078891"/>
                </a:lnTo>
                <a:cubicBezTo>
                  <a:pt x="4364071" y="4206287"/>
                  <a:pt x="4189262" y="4280448"/>
                  <a:pt x="4003859" y="4280448"/>
                </a:cubicBezTo>
                <a:lnTo>
                  <a:pt x="1795825" y="4280448"/>
                </a:lnTo>
                <a:cubicBezTo>
                  <a:pt x="1548701" y="4280448"/>
                  <a:pt x="1320250" y="4148607"/>
                  <a:pt x="1196689" y="3934525"/>
                </a:cubicBezTo>
                <a:lnTo>
                  <a:pt x="92672" y="2022323"/>
                </a:lnTo>
                <a:cubicBezTo>
                  <a:pt x="-30891" y="1808242"/>
                  <a:pt x="-30891" y="1544557"/>
                  <a:pt x="92672" y="133047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"/>
                </a:schemeClr>
              </a:gs>
              <a:gs pos="33000">
                <a:schemeClr val="accent1">
                  <a:alpha val="25000"/>
                </a:schemeClr>
              </a:gs>
              <a:gs pos="99000">
                <a:schemeClr val="accent1"/>
              </a:gs>
            </a:gsLst>
            <a:lin ang="81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1093470" y="1350010"/>
            <a:ext cx="6209665" cy="2697480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4700" b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1093208" y="4125388"/>
            <a:ext cx="5137199" cy="758360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090348" y="4949990"/>
            <a:ext cx="2880000" cy="504000"/>
          </a:xfrm>
          <a:prstGeom prst="roundRect">
            <a:avLst>
              <a:gd name="adj" fmla="val 24227"/>
            </a:avLst>
          </a:prstGeom>
          <a:gradFill flip="none" rotWithShape="1">
            <a:gsLst>
              <a:gs pos="70000">
                <a:schemeClr val="accent1">
                  <a:lumMod val="75000"/>
                </a:schemeClr>
              </a:gs>
              <a:gs pos="5000">
                <a:schemeClr val="accent1"/>
              </a:gs>
            </a:gsLst>
            <a:lin ang="2700000" scaled="1"/>
            <a:tileRect/>
          </a:gra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11"/>
            </p:custDataLst>
          </p:nvPr>
        </p:nvPicPr>
        <p:blipFill rotWithShape="1"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3000" contrast="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593" t="12305" r="13611" b="8926"/>
          <a:stretch>
            <a:fillRect/>
          </a:stretch>
        </p:blipFill>
        <p:spPr>
          <a:xfrm>
            <a:off x="7056803" y="1185863"/>
            <a:ext cx="4308800" cy="4794020"/>
          </a:xfrm>
          <a:prstGeom prst="rect">
            <a:avLst/>
          </a:prstGeom>
        </p:spPr>
      </p:pic>
      <p:sp>
        <p:nvSpPr>
          <p:cNvPr id="7" name="椭圆 6"/>
          <p:cNvSpPr/>
          <p:nvPr>
            <p:custDataLst>
              <p:tags r:id="rId14"/>
            </p:custDataLst>
          </p:nvPr>
        </p:nvSpPr>
        <p:spPr>
          <a:xfrm>
            <a:off x="1090348" y="1201756"/>
            <a:ext cx="88370" cy="8837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椭圆 7"/>
          <p:cNvSpPr/>
          <p:nvPr>
            <p:custDataLst>
              <p:tags r:id="rId15"/>
            </p:custDataLst>
          </p:nvPr>
        </p:nvSpPr>
        <p:spPr>
          <a:xfrm>
            <a:off x="1229652" y="1201756"/>
            <a:ext cx="88370" cy="8837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椭圆 8"/>
          <p:cNvSpPr/>
          <p:nvPr>
            <p:custDataLst>
              <p:tags r:id="rId16"/>
            </p:custDataLst>
          </p:nvPr>
        </p:nvSpPr>
        <p:spPr>
          <a:xfrm>
            <a:off x="1368955" y="1201756"/>
            <a:ext cx="88370" cy="8837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任意多边形: 形状 37"/>
          <p:cNvSpPr/>
          <p:nvPr>
            <p:custDataLst>
              <p:tags r:id="rId3"/>
            </p:custDataLst>
          </p:nvPr>
        </p:nvSpPr>
        <p:spPr>
          <a:xfrm>
            <a:off x="665351" y="0"/>
            <a:ext cx="3830449" cy="6858000"/>
          </a:xfrm>
          <a:custGeom>
            <a:avLst/>
            <a:gdLst>
              <a:gd name="connsiteX0" fmla="*/ 0 w 3830449"/>
              <a:gd name="connsiteY0" fmla="*/ 0 h 6858000"/>
              <a:gd name="connsiteX1" fmla="*/ 2025923 w 3830449"/>
              <a:gd name="connsiteY1" fmla="*/ 0 h 6858000"/>
              <a:gd name="connsiteX2" fmla="*/ 3678868 w 3830449"/>
              <a:gd name="connsiteY2" fmla="*/ 2863179 h 6858000"/>
              <a:gd name="connsiteX3" fmla="*/ 3678868 w 3830449"/>
              <a:gd name="connsiteY3" fmla="*/ 3994819 h 6858000"/>
              <a:gd name="connsiteX4" fmla="*/ 2025799 w 3830449"/>
              <a:gd name="connsiteY4" fmla="*/ 6858000 h 6858000"/>
              <a:gd name="connsiteX5" fmla="*/ 0 w 3830449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30449" h="6858000">
                <a:moveTo>
                  <a:pt x="0" y="0"/>
                </a:moveTo>
                <a:lnTo>
                  <a:pt x="2025923" y="0"/>
                </a:lnTo>
                <a:lnTo>
                  <a:pt x="3678868" y="2863179"/>
                </a:lnTo>
                <a:cubicBezTo>
                  <a:pt x="3880976" y="3213348"/>
                  <a:pt x="3880976" y="3644651"/>
                  <a:pt x="3678868" y="3994819"/>
                </a:cubicBezTo>
                <a:lnTo>
                  <a:pt x="2025799" y="6858000"/>
                </a:lnTo>
                <a:lnTo>
                  <a:pt x="0" y="6858000"/>
                </a:lnTo>
                <a:close/>
              </a:path>
            </a:pathLst>
          </a:custGeom>
          <a:noFill/>
          <a:ln w="9525" cap="flat">
            <a:gradFill flip="none" rotWithShape="1">
              <a:gsLst>
                <a:gs pos="37000">
                  <a:schemeClr val="accent1">
                    <a:alpha val="0"/>
                  </a:schemeClr>
                </a:gs>
                <a:gs pos="89000">
                  <a:schemeClr val="accent1">
                    <a:alpha val="40000"/>
                  </a:schemeClr>
                </a:gs>
              </a:gsLst>
              <a:lin ang="0" scaled="1"/>
              <a:tileRect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35" name="任意多边形: 形状 34"/>
          <p:cNvSpPr/>
          <p:nvPr>
            <p:custDataLst>
              <p:tags r:id="rId4"/>
            </p:custDataLst>
          </p:nvPr>
        </p:nvSpPr>
        <p:spPr>
          <a:xfrm>
            <a:off x="0" y="0"/>
            <a:ext cx="3083687" cy="6858002"/>
          </a:xfrm>
          <a:custGeom>
            <a:avLst/>
            <a:gdLst>
              <a:gd name="connsiteX0" fmla="*/ 0 w 3083687"/>
              <a:gd name="connsiteY0" fmla="*/ 0 h 6858002"/>
              <a:gd name="connsiteX1" fmla="*/ 718954 w 3083687"/>
              <a:gd name="connsiteY1" fmla="*/ 0 h 6858002"/>
              <a:gd name="connsiteX2" fmla="*/ 1508001 w 3083687"/>
              <a:gd name="connsiteY2" fmla="*/ 455511 h 6858002"/>
              <a:gd name="connsiteX3" fmla="*/ 2961658 w 3083687"/>
              <a:gd name="connsiteY3" fmla="*/ 2973490 h 6858002"/>
              <a:gd name="connsiteX4" fmla="*/ 2961658 w 3083687"/>
              <a:gd name="connsiteY4" fmla="*/ 3884512 h 6858002"/>
              <a:gd name="connsiteX5" fmla="*/ 1507893 w 3083687"/>
              <a:gd name="connsiteY5" fmla="*/ 6402491 h 6858002"/>
              <a:gd name="connsiteX6" fmla="*/ 718954 w 3083687"/>
              <a:gd name="connsiteY6" fmla="*/ 6858002 h 6858002"/>
              <a:gd name="connsiteX7" fmla="*/ 0 w 3083687"/>
              <a:gd name="connsiteY7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83687" h="6858002">
                <a:moveTo>
                  <a:pt x="0" y="0"/>
                </a:moveTo>
                <a:lnTo>
                  <a:pt x="718954" y="0"/>
                </a:lnTo>
                <a:cubicBezTo>
                  <a:pt x="1044473" y="0"/>
                  <a:pt x="1345189" y="173610"/>
                  <a:pt x="1508001" y="455511"/>
                </a:cubicBezTo>
                <a:lnTo>
                  <a:pt x="2961658" y="2973490"/>
                </a:lnTo>
                <a:cubicBezTo>
                  <a:pt x="3124364" y="3255392"/>
                  <a:pt x="3124364" y="3602611"/>
                  <a:pt x="2961658" y="3884512"/>
                </a:cubicBezTo>
                <a:lnTo>
                  <a:pt x="1507893" y="6402491"/>
                </a:lnTo>
                <a:cubicBezTo>
                  <a:pt x="1345189" y="6684394"/>
                  <a:pt x="1044473" y="6858002"/>
                  <a:pt x="718954" y="6858002"/>
                </a:cubicBezTo>
                <a:lnTo>
                  <a:pt x="0" y="6858002"/>
                </a:lnTo>
                <a:close/>
              </a:path>
            </a:pathLst>
          </a:custGeom>
          <a:gradFill flip="none" rotWithShape="1">
            <a:gsLst>
              <a:gs pos="10000">
                <a:schemeClr val="accent1">
                  <a:alpha val="10000"/>
                </a:schemeClr>
              </a:gs>
              <a:gs pos="81000">
                <a:schemeClr val="accent1">
                  <a:alpha val="60000"/>
                </a:schemeClr>
              </a:gs>
            </a:gsLst>
            <a:lin ang="0" scaled="1"/>
            <a:tileRect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33" name="图形 22"/>
          <p:cNvSpPr/>
          <p:nvPr>
            <p:custDataLst>
              <p:tags r:id="rId5"/>
            </p:custDataLst>
          </p:nvPr>
        </p:nvSpPr>
        <p:spPr>
          <a:xfrm>
            <a:off x="1307881" y="2171700"/>
            <a:ext cx="2800232" cy="2514600"/>
          </a:xfrm>
          <a:custGeom>
            <a:avLst/>
            <a:gdLst>
              <a:gd name="connsiteX0" fmla="*/ 4697587 w 6804564"/>
              <a:gd name="connsiteY0" fmla="*/ 0 h 6110478"/>
              <a:gd name="connsiteX1" fmla="*/ 2106978 w 6804564"/>
              <a:gd name="connsiteY1" fmla="*/ 0 h 6110478"/>
              <a:gd name="connsiteX2" fmla="*/ 1404033 w 6804564"/>
              <a:gd name="connsiteY2" fmla="*/ 405860 h 6110478"/>
              <a:gd name="connsiteX3" fmla="*/ 108728 w 6804564"/>
              <a:gd name="connsiteY3" fmla="*/ 2649379 h 6110478"/>
              <a:gd name="connsiteX4" fmla="*/ 108728 w 6804564"/>
              <a:gd name="connsiteY4" fmla="*/ 3461099 h 6110478"/>
              <a:gd name="connsiteX5" fmla="*/ 1404033 w 6804564"/>
              <a:gd name="connsiteY5" fmla="*/ 5704618 h 6110478"/>
              <a:gd name="connsiteX6" fmla="*/ 2106978 w 6804564"/>
              <a:gd name="connsiteY6" fmla="*/ 6110478 h 6110478"/>
              <a:gd name="connsiteX7" fmla="*/ 4697587 w 6804564"/>
              <a:gd name="connsiteY7" fmla="*/ 6110478 h 6110478"/>
              <a:gd name="connsiteX8" fmla="*/ 5400532 w 6804564"/>
              <a:gd name="connsiteY8" fmla="*/ 5704618 h 6110478"/>
              <a:gd name="connsiteX9" fmla="*/ 6695837 w 6804564"/>
              <a:gd name="connsiteY9" fmla="*/ 3461099 h 6110478"/>
              <a:gd name="connsiteX10" fmla="*/ 6695837 w 6804564"/>
              <a:gd name="connsiteY10" fmla="*/ 2649379 h 6110478"/>
              <a:gd name="connsiteX11" fmla="*/ 5400628 w 6804564"/>
              <a:gd name="connsiteY11" fmla="*/ 405860 h 6110478"/>
              <a:gd name="connsiteX12" fmla="*/ 4697587 w 6804564"/>
              <a:gd name="connsiteY12" fmla="*/ 0 h 6110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04564" h="6110478">
                <a:moveTo>
                  <a:pt x="4697587" y="0"/>
                </a:moveTo>
                <a:lnTo>
                  <a:pt x="2106978" y="0"/>
                </a:lnTo>
                <a:cubicBezTo>
                  <a:pt x="1816941" y="0"/>
                  <a:pt x="1549003" y="154686"/>
                  <a:pt x="1404033" y="405860"/>
                </a:cubicBezTo>
                <a:lnTo>
                  <a:pt x="108728" y="2649379"/>
                </a:lnTo>
                <a:cubicBezTo>
                  <a:pt x="-36243" y="2900553"/>
                  <a:pt x="-36243" y="3209925"/>
                  <a:pt x="108728" y="3461099"/>
                </a:cubicBezTo>
                <a:lnTo>
                  <a:pt x="1404033" y="5704618"/>
                </a:lnTo>
                <a:cubicBezTo>
                  <a:pt x="1549003" y="5955793"/>
                  <a:pt x="1817037" y="6110478"/>
                  <a:pt x="2106978" y="6110478"/>
                </a:cubicBezTo>
                <a:lnTo>
                  <a:pt x="4697587" y="6110478"/>
                </a:lnTo>
                <a:cubicBezTo>
                  <a:pt x="4987624" y="6110478"/>
                  <a:pt x="5255562" y="5955793"/>
                  <a:pt x="5400532" y="5704618"/>
                </a:cubicBezTo>
                <a:lnTo>
                  <a:pt x="6695837" y="3461099"/>
                </a:lnTo>
                <a:cubicBezTo>
                  <a:pt x="6840808" y="3209925"/>
                  <a:pt x="6840808" y="2900553"/>
                  <a:pt x="6695837" y="2649379"/>
                </a:cubicBezTo>
                <a:lnTo>
                  <a:pt x="5400628" y="405860"/>
                </a:lnTo>
                <a:cubicBezTo>
                  <a:pt x="5255562" y="154686"/>
                  <a:pt x="4987624" y="0"/>
                  <a:pt x="4697587" y="0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图形 22"/>
          <p:cNvSpPr/>
          <p:nvPr>
            <p:custDataLst>
              <p:tags r:id="rId9"/>
            </p:custDataLst>
          </p:nvPr>
        </p:nvSpPr>
        <p:spPr>
          <a:xfrm>
            <a:off x="1351996" y="2211314"/>
            <a:ext cx="2712004" cy="2435372"/>
          </a:xfrm>
          <a:custGeom>
            <a:avLst/>
            <a:gdLst>
              <a:gd name="connsiteX0" fmla="*/ 4697587 w 6804564"/>
              <a:gd name="connsiteY0" fmla="*/ 0 h 6110478"/>
              <a:gd name="connsiteX1" fmla="*/ 2106978 w 6804564"/>
              <a:gd name="connsiteY1" fmla="*/ 0 h 6110478"/>
              <a:gd name="connsiteX2" fmla="*/ 1404033 w 6804564"/>
              <a:gd name="connsiteY2" fmla="*/ 405860 h 6110478"/>
              <a:gd name="connsiteX3" fmla="*/ 108728 w 6804564"/>
              <a:gd name="connsiteY3" fmla="*/ 2649379 h 6110478"/>
              <a:gd name="connsiteX4" fmla="*/ 108728 w 6804564"/>
              <a:gd name="connsiteY4" fmla="*/ 3461099 h 6110478"/>
              <a:gd name="connsiteX5" fmla="*/ 1404033 w 6804564"/>
              <a:gd name="connsiteY5" fmla="*/ 5704618 h 6110478"/>
              <a:gd name="connsiteX6" fmla="*/ 2106978 w 6804564"/>
              <a:gd name="connsiteY6" fmla="*/ 6110478 h 6110478"/>
              <a:gd name="connsiteX7" fmla="*/ 4697587 w 6804564"/>
              <a:gd name="connsiteY7" fmla="*/ 6110478 h 6110478"/>
              <a:gd name="connsiteX8" fmla="*/ 5400532 w 6804564"/>
              <a:gd name="connsiteY8" fmla="*/ 5704618 h 6110478"/>
              <a:gd name="connsiteX9" fmla="*/ 6695837 w 6804564"/>
              <a:gd name="connsiteY9" fmla="*/ 3461099 h 6110478"/>
              <a:gd name="connsiteX10" fmla="*/ 6695837 w 6804564"/>
              <a:gd name="connsiteY10" fmla="*/ 2649379 h 6110478"/>
              <a:gd name="connsiteX11" fmla="*/ 5400628 w 6804564"/>
              <a:gd name="connsiteY11" fmla="*/ 405860 h 6110478"/>
              <a:gd name="connsiteX12" fmla="*/ 4697587 w 6804564"/>
              <a:gd name="connsiteY12" fmla="*/ 0 h 6110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04564" h="6110478">
                <a:moveTo>
                  <a:pt x="4697587" y="0"/>
                </a:moveTo>
                <a:lnTo>
                  <a:pt x="2106978" y="0"/>
                </a:lnTo>
                <a:cubicBezTo>
                  <a:pt x="1816941" y="0"/>
                  <a:pt x="1549003" y="154686"/>
                  <a:pt x="1404033" y="405860"/>
                </a:cubicBezTo>
                <a:lnTo>
                  <a:pt x="108728" y="2649379"/>
                </a:lnTo>
                <a:cubicBezTo>
                  <a:pt x="-36243" y="2900553"/>
                  <a:pt x="-36243" y="3209925"/>
                  <a:pt x="108728" y="3461099"/>
                </a:cubicBezTo>
                <a:lnTo>
                  <a:pt x="1404033" y="5704618"/>
                </a:lnTo>
                <a:cubicBezTo>
                  <a:pt x="1549003" y="5955793"/>
                  <a:pt x="1817037" y="6110478"/>
                  <a:pt x="2106978" y="6110478"/>
                </a:cubicBezTo>
                <a:lnTo>
                  <a:pt x="4697587" y="6110478"/>
                </a:lnTo>
                <a:cubicBezTo>
                  <a:pt x="4987624" y="6110478"/>
                  <a:pt x="5255562" y="5955793"/>
                  <a:pt x="5400532" y="5704618"/>
                </a:cubicBezTo>
                <a:lnTo>
                  <a:pt x="6695837" y="3461099"/>
                </a:lnTo>
                <a:cubicBezTo>
                  <a:pt x="6840808" y="3209925"/>
                  <a:pt x="6840808" y="2900553"/>
                  <a:pt x="6695837" y="2649379"/>
                </a:cubicBezTo>
                <a:lnTo>
                  <a:pt x="5400628" y="405860"/>
                </a:lnTo>
                <a:cubicBezTo>
                  <a:pt x="5255562" y="154686"/>
                  <a:pt x="4987624" y="0"/>
                  <a:pt x="4697587" y="0"/>
                </a:cubicBezTo>
                <a:close/>
              </a:path>
            </a:pathLst>
          </a:custGeom>
          <a:gradFill flip="none" rotWithShape="1">
            <a:gsLst>
              <a:gs pos="24000">
                <a:schemeClr val="accent1"/>
              </a:gs>
              <a:gs pos="78000">
                <a:schemeClr val="accent1">
                  <a:lumMod val="75000"/>
                </a:schemeClr>
              </a:gs>
            </a:gsLst>
            <a:lin ang="8100000" scaled="1"/>
            <a:tileRect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1307465" y="2863215"/>
            <a:ext cx="2800985" cy="1219835"/>
          </a:xfrm>
          <a:prstGeom prst="rect">
            <a:avLst/>
          </a:prstGeom>
        </p:spPr>
        <p:txBody>
          <a:bodyPr wrap="square" anchor="ctr" anchorCtr="1">
            <a:normAutofit/>
          </a:bodyPr>
          <a:lstStyle>
            <a:lvl1pPr algn="ctr">
              <a:defRPr sz="36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任意多边形: 形状 19"/>
          <p:cNvSpPr/>
          <p:nvPr>
            <p:custDataLst>
              <p:tags r:id="rId3"/>
            </p:custDataLst>
          </p:nvPr>
        </p:nvSpPr>
        <p:spPr>
          <a:xfrm flipH="1">
            <a:off x="10798924" y="5604590"/>
            <a:ext cx="1393076" cy="1253411"/>
          </a:xfrm>
          <a:custGeom>
            <a:avLst/>
            <a:gdLst>
              <a:gd name="connsiteX0" fmla="*/ 0 w 1774536"/>
              <a:gd name="connsiteY0" fmla="*/ 0 h 1596627"/>
              <a:gd name="connsiteX1" fmla="*/ 965024 w 1774536"/>
              <a:gd name="connsiteY1" fmla="*/ 0 h 1596627"/>
              <a:gd name="connsiteX2" fmla="*/ 1235136 w 1774536"/>
              <a:gd name="connsiteY2" fmla="*/ 155934 h 1596627"/>
              <a:gd name="connsiteX3" fmla="*/ 1732763 w 1774536"/>
              <a:gd name="connsiteY3" fmla="*/ 1017906 h 1596627"/>
              <a:gd name="connsiteX4" fmla="*/ 1732763 w 1774536"/>
              <a:gd name="connsiteY4" fmla="*/ 1329773 h 1596627"/>
              <a:gd name="connsiteX5" fmla="*/ 1578693 w 1774536"/>
              <a:gd name="connsiteY5" fmla="*/ 1596627 h 1596627"/>
              <a:gd name="connsiteX6" fmla="*/ 0 w 1774536"/>
              <a:gd name="connsiteY6" fmla="*/ 1596627 h 1596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4536" h="1596627">
                <a:moveTo>
                  <a:pt x="0" y="0"/>
                </a:moveTo>
                <a:lnTo>
                  <a:pt x="965024" y="0"/>
                </a:lnTo>
                <a:cubicBezTo>
                  <a:pt x="1076458" y="0"/>
                  <a:pt x="1179401" y="59431"/>
                  <a:pt x="1235136" y="155934"/>
                </a:cubicBezTo>
                <a:lnTo>
                  <a:pt x="1732763" y="1017906"/>
                </a:lnTo>
                <a:cubicBezTo>
                  <a:pt x="1788461" y="1114408"/>
                  <a:pt x="1788461" y="1233270"/>
                  <a:pt x="1732763" y="1329773"/>
                </a:cubicBezTo>
                <a:lnTo>
                  <a:pt x="1578693" y="1596627"/>
                </a:lnTo>
                <a:lnTo>
                  <a:pt x="0" y="159662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63000">
                <a:schemeClr val="accent1">
                  <a:alpha val="25000"/>
                </a:schemeClr>
              </a:gs>
            </a:gsLst>
            <a:lin ang="18900000" scaled="1"/>
            <a:tileRect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4888230" y="2948305"/>
            <a:ext cx="6766560" cy="2847340"/>
          </a:xfrm>
          <a:prstGeom prst="rect">
            <a:avLst/>
          </a:prstGeom>
        </p:spPr>
        <p:txBody>
          <a:bodyPr wrap="square" anchor="t" anchorCtr="0">
            <a:normAutofit/>
          </a:bodyPr>
          <a:lstStyle>
            <a:lvl1pPr algn="r">
              <a:defRPr sz="4800" b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796915" y="1536065"/>
            <a:ext cx="5700395" cy="1318895"/>
          </a:xfrm>
          <a:prstGeom prst="rect">
            <a:avLst/>
          </a:prstGeom>
        </p:spPr>
        <p:txBody>
          <a:bodyPr wrap="none" anchor="b" anchorCtr="0">
            <a:normAutofit/>
          </a:bodyPr>
          <a:lstStyle>
            <a:lvl1pPr marL="0" indent="0" algn="r">
              <a:buNone/>
              <a:defRPr sz="8000" b="1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7" name="任意多边形: 形状 16"/>
          <p:cNvSpPr/>
          <p:nvPr>
            <p:custDataLst>
              <p:tags r:id="rId9"/>
            </p:custDataLst>
          </p:nvPr>
        </p:nvSpPr>
        <p:spPr>
          <a:xfrm flipH="1">
            <a:off x="0" y="0"/>
            <a:ext cx="4889079" cy="4634823"/>
          </a:xfrm>
          <a:custGeom>
            <a:avLst/>
            <a:gdLst>
              <a:gd name="connsiteX0" fmla="*/ 860827 w 4515263"/>
              <a:gd name="connsiteY0" fmla="*/ 0 h 4280448"/>
              <a:gd name="connsiteX1" fmla="*/ 4515263 w 4515263"/>
              <a:gd name="connsiteY1" fmla="*/ 0 h 4280448"/>
              <a:gd name="connsiteX2" fmla="*/ 4515263 w 4515263"/>
              <a:gd name="connsiteY2" fmla="*/ 4052484 h 4280448"/>
              <a:gd name="connsiteX3" fmla="*/ 4492015 w 4515263"/>
              <a:gd name="connsiteY3" fmla="*/ 4078891 h 4280448"/>
              <a:gd name="connsiteX4" fmla="*/ 4003859 w 4515263"/>
              <a:gd name="connsiteY4" fmla="*/ 4280448 h 4280448"/>
              <a:gd name="connsiteX5" fmla="*/ 1795825 w 4515263"/>
              <a:gd name="connsiteY5" fmla="*/ 4280448 h 4280448"/>
              <a:gd name="connsiteX6" fmla="*/ 1196689 w 4515263"/>
              <a:gd name="connsiteY6" fmla="*/ 3934525 h 4280448"/>
              <a:gd name="connsiteX7" fmla="*/ 92672 w 4515263"/>
              <a:gd name="connsiteY7" fmla="*/ 2022323 h 4280448"/>
              <a:gd name="connsiteX8" fmla="*/ 92672 w 4515263"/>
              <a:gd name="connsiteY8" fmla="*/ 1330476 h 4280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15263" h="4280448">
                <a:moveTo>
                  <a:pt x="860827" y="0"/>
                </a:moveTo>
                <a:lnTo>
                  <a:pt x="4515263" y="0"/>
                </a:lnTo>
                <a:lnTo>
                  <a:pt x="4515263" y="4052484"/>
                </a:lnTo>
                <a:lnTo>
                  <a:pt x="4492015" y="4078891"/>
                </a:lnTo>
                <a:cubicBezTo>
                  <a:pt x="4364071" y="4206287"/>
                  <a:pt x="4189262" y="4280448"/>
                  <a:pt x="4003859" y="4280448"/>
                </a:cubicBezTo>
                <a:lnTo>
                  <a:pt x="1795825" y="4280448"/>
                </a:lnTo>
                <a:cubicBezTo>
                  <a:pt x="1548701" y="4280448"/>
                  <a:pt x="1320250" y="4148607"/>
                  <a:pt x="1196689" y="3934525"/>
                </a:cubicBezTo>
                <a:lnTo>
                  <a:pt x="92672" y="2022323"/>
                </a:lnTo>
                <a:cubicBezTo>
                  <a:pt x="-30891" y="1808242"/>
                  <a:pt x="-30891" y="1544557"/>
                  <a:pt x="92672" y="133047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"/>
                </a:schemeClr>
              </a:gs>
              <a:gs pos="33000">
                <a:schemeClr val="accent1">
                  <a:alpha val="25000"/>
                </a:schemeClr>
              </a:gs>
              <a:gs pos="99000">
                <a:schemeClr val="accent1"/>
              </a:gs>
            </a:gsLst>
            <a:lin ang="8100000" scaled="1"/>
            <a:tileRect/>
          </a:gradFill>
          <a:ln w="9525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lvl="0" algn="l">
              <a:buClrTx/>
              <a:buSzTx/>
              <a:buFontTx/>
            </a:pPr>
            <a:endParaRPr lang="en-US">
              <a:sym typeface="+mn-lt"/>
            </a:endParaRPr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2" t="11667" r="16089" b="13518"/>
          <a:stretch>
            <a:fillRect/>
          </a:stretch>
        </p:blipFill>
        <p:spPr>
          <a:xfrm>
            <a:off x="1175494" y="1017354"/>
            <a:ext cx="4192058" cy="4634823"/>
          </a:xfrm>
          <a:prstGeom prst="rect">
            <a:avLst/>
          </a:prstGeom>
        </p:spPr>
      </p:pic>
      <p:sp>
        <p:nvSpPr>
          <p:cNvPr id="7" name="椭圆 6"/>
          <p:cNvSpPr/>
          <p:nvPr>
            <p:custDataLst>
              <p:tags r:id="rId12"/>
            </p:custDataLst>
          </p:nvPr>
        </p:nvSpPr>
        <p:spPr>
          <a:xfrm>
            <a:off x="10261386" y="1201756"/>
            <a:ext cx="88370" cy="8837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椭圆 8"/>
          <p:cNvSpPr/>
          <p:nvPr>
            <p:custDataLst>
              <p:tags r:id="rId13"/>
            </p:custDataLst>
          </p:nvPr>
        </p:nvSpPr>
        <p:spPr>
          <a:xfrm>
            <a:off x="10400690" y="1201756"/>
            <a:ext cx="88370" cy="8837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椭圆 9"/>
          <p:cNvSpPr/>
          <p:nvPr>
            <p:custDataLst>
              <p:tags r:id="rId14"/>
            </p:custDataLst>
          </p:nvPr>
        </p:nvSpPr>
        <p:spPr>
          <a:xfrm>
            <a:off x="10539993" y="1201756"/>
            <a:ext cx="88370" cy="8837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0" name="内容占位符 9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595" y="360045"/>
            <a:ext cx="10799445" cy="864235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12" name="内容占位符 11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14" name="内容占位符 13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5" name="日期占位符 1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16" name="页脚占位符 1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>
                <a:latin typeface="+mj-lt"/>
                <a:sym typeface="+mn-ea"/>
              </a:rPr>
              <a:t>Click to add title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595" y="360045"/>
            <a:ext cx="10798175" cy="864235"/>
          </a:xfrm>
        </p:spPr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任意多边形: 形状 9"/>
          <p:cNvSpPr/>
          <p:nvPr>
            <p:custDataLst>
              <p:tags r:id="rId3"/>
            </p:custDataLst>
          </p:nvPr>
        </p:nvSpPr>
        <p:spPr>
          <a:xfrm>
            <a:off x="0" y="5604589"/>
            <a:ext cx="1393076" cy="1253411"/>
          </a:xfrm>
          <a:custGeom>
            <a:avLst/>
            <a:gdLst>
              <a:gd name="connsiteX0" fmla="*/ 0 w 1774536"/>
              <a:gd name="connsiteY0" fmla="*/ 0 h 1596627"/>
              <a:gd name="connsiteX1" fmla="*/ 965024 w 1774536"/>
              <a:gd name="connsiteY1" fmla="*/ 0 h 1596627"/>
              <a:gd name="connsiteX2" fmla="*/ 1235136 w 1774536"/>
              <a:gd name="connsiteY2" fmla="*/ 155934 h 1596627"/>
              <a:gd name="connsiteX3" fmla="*/ 1732763 w 1774536"/>
              <a:gd name="connsiteY3" fmla="*/ 1017906 h 1596627"/>
              <a:gd name="connsiteX4" fmla="*/ 1732763 w 1774536"/>
              <a:gd name="connsiteY4" fmla="*/ 1329773 h 1596627"/>
              <a:gd name="connsiteX5" fmla="*/ 1578693 w 1774536"/>
              <a:gd name="connsiteY5" fmla="*/ 1596627 h 1596627"/>
              <a:gd name="connsiteX6" fmla="*/ 0 w 1774536"/>
              <a:gd name="connsiteY6" fmla="*/ 1596627 h 1596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4536" h="1596627">
                <a:moveTo>
                  <a:pt x="0" y="0"/>
                </a:moveTo>
                <a:lnTo>
                  <a:pt x="965024" y="0"/>
                </a:lnTo>
                <a:cubicBezTo>
                  <a:pt x="1076458" y="0"/>
                  <a:pt x="1179401" y="59431"/>
                  <a:pt x="1235136" y="155934"/>
                </a:cubicBezTo>
                <a:lnTo>
                  <a:pt x="1732763" y="1017906"/>
                </a:lnTo>
                <a:cubicBezTo>
                  <a:pt x="1788461" y="1114408"/>
                  <a:pt x="1788461" y="1233270"/>
                  <a:pt x="1732763" y="1329773"/>
                </a:cubicBezTo>
                <a:lnTo>
                  <a:pt x="1578693" y="1596627"/>
                </a:lnTo>
                <a:lnTo>
                  <a:pt x="0" y="159662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63000">
                <a:schemeClr val="accent1">
                  <a:alpha val="25000"/>
                </a:schemeClr>
              </a:gs>
            </a:gsLst>
            <a:lin ang="18900000" scaled="1"/>
            <a:tileRect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en-US">
              <a:sym typeface="+mn-lt"/>
            </a:endParaRPr>
          </a:p>
        </p:txBody>
      </p:sp>
      <p:sp>
        <p:nvSpPr>
          <p:cNvPr id="14" name="任意多边形: 形状 13"/>
          <p:cNvSpPr/>
          <p:nvPr>
            <p:custDataLst>
              <p:tags r:id="rId4"/>
            </p:custDataLst>
          </p:nvPr>
        </p:nvSpPr>
        <p:spPr>
          <a:xfrm>
            <a:off x="7302921" y="0"/>
            <a:ext cx="4889079" cy="4634823"/>
          </a:xfrm>
          <a:custGeom>
            <a:avLst/>
            <a:gdLst>
              <a:gd name="connsiteX0" fmla="*/ 860827 w 4515263"/>
              <a:gd name="connsiteY0" fmla="*/ 0 h 4280448"/>
              <a:gd name="connsiteX1" fmla="*/ 4515263 w 4515263"/>
              <a:gd name="connsiteY1" fmla="*/ 0 h 4280448"/>
              <a:gd name="connsiteX2" fmla="*/ 4515263 w 4515263"/>
              <a:gd name="connsiteY2" fmla="*/ 4052484 h 4280448"/>
              <a:gd name="connsiteX3" fmla="*/ 4492015 w 4515263"/>
              <a:gd name="connsiteY3" fmla="*/ 4078891 h 4280448"/>
              <a:gd name="connsiteX4" fmla="*/ 4003859 w 4515263"/>
              <a:gd name="connsiteY4" fmla="*/ 4280448 h 4280448"/>
              <a:gd name="connsiteX5" fmla="*/ 1795825 w 4515263"/>
              <a:gd name="connsiteY5" fmla="*/ 4280448 h 4280448"/>
              <a:gd name="connsiteX6" fmla="*/ 1196689 w 4515263"/>
              <a:gd name="connsiteY6" fmla="*/ 3934525 h 4280448"/>
              <a:gd name="connsiteX7" fmla="*/ 92672 w 4515263"/>
              <a:gd name="connsiteY7" fmla="*/ 2022323 h 4280448"/>
              <a:gd name="connsiteX8" fmla="*/ 92672 w 4515263"/>
              <a:gd name="connsiteY8" fmla="*/ 1330476 h 4280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15263" h="4280448">
                <a:moveTo>
                  <a:pt x="860827" y="0"/>
                </a:moveTo>
                <a:lnTo>
                  <a:pt x="4515263" y="0"/>
                </a:lnTo>
                <a:lnTo>
                  <a:pt x="4515263" y="4052484"/>
                </a:lnTo>
                <a:lnTo>
                  <a:pt x="4492015" y="4078891"/>
                </a:lnTo>
                <a:cubicBezTo>
                  <a:pt x="4364071" y="4206287"/>
                  <a:pt x="4189262" y="4280448"/>
                  <a:pt x="4003859" y="4280448"/>
                </a:cubicBezTo>
                <a:lnTo>
                  <a:pt x="1795825" y="4280448"/>
                </a:lnTo>
                <a:cubicBezTo>
                  <a:pt x="1548701" y="4280448"/>
                  <a:pt x="1320250" y="4148607"/>
                  <a:pt x="1196689" y="3934525"/>
                </a:cubicBezTo>
                <a:lnTo>
                  <a:pt x="92672" y="2022323"/>
                </a:lnTo>
                <a:cubicBezTo>
                  <a:pt x="-30891" y="1808242"/>
                  <a:pt x="-30891" y="1544557"/>
                  <a:pt x="92672" y="133047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"/>
                </a:schemeClr>
              </a:gs>
              <a:gs pos="33000">
                <a:schemeClr val="accent1">
                  <a:alpha val="25000"/>
                </a:schemeClr>
              </a:gs>
              <a:gs pos="99000">
                <a:schemeClr val="accent1"/>
              </a:gs>
            </a:gsLst>
            <a:lin ang="81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en-US"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1101724" y="1716633"/>
            <a:ext cx="5335203" cy="1988890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1101724" y="3915752"/>
            <a:ext cx="2880000" cy="504000"/>
          </a:xfrm>
          <a:prstGeom prst="roundRect">
            <a:avLst/>
          </a:prstGeom>
          <a:gradFill>
            <a:gsLst>
              <a:gs pos="0">
                <a:schemeClr val="accent1"/>
              </a:gs>
              <a:gs pos="75000">
                <a:schemeClr val="accent1">
                  <a:lumMod val="75000"/>
                </a:schemeClr>
              </a:gs>
            </a:gsLst>
            <a:lin ang="0" scaled="1"/>
          </a:gra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88" t="24134" r="9591" b="14699"/>
          <a:stretch>
            <a:fillRect/>
          </a:stretch>
        </p:blipFill>
        <p:spPr>
          <a:xfrm>
            <a:off x="6869713" y="1599387"/>
            <a:ext cx="4889500" cy="3808813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2000" contrast="2000"/>
                    </a14:imgEffect>
                    <a14:imgEffect>
                      <a14:saturation sat="1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1139" y="1038097"/>
            <a:ext cx="722661" cy="744169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899" y="4084958"/>
            <a:ext cx="406321" cy="501129"/>
          </a:xfrm>
          <a:prstGeom prst="rect">
            <a:avLst/>
          </a:prstGeom>
        </p:spPr>
      </p:pic>
      <p:sp>
        <p:nvSpPr>
          <p:cNvPr id="7" name="椭圆 6"/>
          <p:cNvSpPr/>
          <p:nvPr>
            <p:custDataLst>
              <p:tags r:id="rId17"/>
            </p:custDataLst>
          </p:nvPr>
        </p:nvSpPr>
        <p:spPr>
          <a:xfrm>
            <a:off x="1090348" y="1201756"/>
            <a:ext cx="88370" cy="8837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椭圆 7"/>
          <p:cNvSpPr/>
          <p:nvPr>
            <p:custDataLst>
              <p:tags r:id="rId18"/>
            </p:custDataLst>
          </p:nvPr>
        </p:nvSpPr>
        <p:spPr>
          <a:xfrm>
            <a:off x="1229652" y="1201756"/>
            <a:ext cx="88370" cy="8837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椭圆 8"/>
          <p:cNvSpPr/>
          <p:nvPr>
            <p:custDataLst>
              <p:tags r:id="rId19"/>
            </p:custDataLst>
          </p:nvPr>
        </p:nvSpPr>
        <p:spPr>
          <a:xfrm>
            <a:off x="1368955" y="1201756"/>
            <a:ext cx="88370" cy="8837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tags" Target="../tags/tag92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91.xml"/><Relationship Id="rId18" Type="http://schemas.openxmlformats.org/officeDocument/2006/relationships/tags" Target="../tags/tag90.xml"/><Relationship Id="rId17" Type="http://schemas.openxmlformats.org/officeDocument/2006/relationships/tags" Target="../tags/tag89.xml"/><Relationship Id="rId16" Type="http://schemas.openxmlformats.org/officeDocument/2006/relationships/tags" Target="../tags/tag88.xml"/><Relationship Id="rId15" Type="http://schemas.openxmlformats.org/officeDocument/2006/relationships/tags" Target="../tags/tag87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0" name="任意多边形: 形状 19"/>
          <p:cNvSpPr/>
          <p:nvPr>
            <p:custDataLst>
              <p:tags r:id="rId13"/>
            </p:custDataLst>
          </p:nvPr>
        </p:nvSpPr>
        <p:spPr>
          <a:xfrm flipV="1">
            <a:off x="11028880" y="5830383"/>
            <a:ext cx="1163120" cy="1027617"/>
          </a:xfrm>
          <a:custGeom>
            <a:avLst/>
            <a:gdLst>
              <a:gd name="connsiteX0" fmla="*/ 824843 w 1732916"/>
              <a:gd name="connsiteY0" fmla="*/ 1531031 h 1531031"/>
              <a:gd name="connsiteX1" fmla="*/ 1732916 w 1732916"/>
              <a:gd name="connsiteY1" fmla="*/ 1531031 h 1531031"/>
              <a:gd name="connsiteX2" fmla="*/ 1732916 w 1732916"/>
              <a:gd name="connsiteY2" fmla="*/ 0 h 1531031"/>
              <a:gd name="connsiteX3" fmla="*/ 144223 w 1732916"/>
              <a:gd name="connsiteY3" fmla="*/ 0 h 1531031"/>
              <a:gd name="connsiteX4" fmla="*/ 42565 w 1732916"/>
              <a:gd name="connsiteY4" fmla="*/ 176076 h 1531031"/>
              <a:gd name="connsiteX5" fmla="*/ 42565 w 1732916"/>
              <a:gd name="connsiteY5" fmla="*/ 493849 h 1531031"/>
              <a:gd name="connsiteX6" fmla="*/ 549653 w 1732916"/>
              <a:gd name="connsiteY6" fmla="*/ 1372145 h 1531031"/>
              <a:gd name="connsiteX7" fmla="*/ 824843 w 1732916"/>
              <a:gd name="connsiteY7" fmla="*/ 1531031 h 1531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2916" h="1531031">
                <a:moveTo>
                  <a:pt x="824843" y="1531031"/>
                </a:moveTo>
                <a:lnTo>
                  <a:pt x="1732916" y="1531031"/>
                </a:lnTo>
                <a:lnTo>
                  <a:pt x="1732916" y="0"/>
                </a:lnTo>
                <a:lnTo>
                  <a:pt x="144223" y="0"/>
                </a:lnTo>
                <a:lnTo>
                  <a:pt x="42565" y="176076"/>
                </a:lnTo>
                <a:cubicBezTo>
                  <a:pt x="-14189" y="274406"/>
                  <a:pt x="-14189" y="395519"/>
                  <a:pt x="42565" y="493849"/>
                </a:cubicBezTo>
                <a:lnTo>
                  <a:pt x="549653" y="1372145"/>
                </a:lnTo>
                <a:cubicBezTo>
                  <a:pt x="606406" y="1470475"/>
                  <a:pt x="711336" y="1531031"/>
                  <a:pt x="824843" y="1531031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0"/>
                </a:schemeClr>
              </a:gs>
              <a:gs pos="47000">
                <a:schemeClr val="accent1">
                  <a:alpha val="25000"/>
                </a:schemeClr>
              </a:gs>
            </a:gsLst>
            <a:lin ang="18900000" scaled="1"/>
            <a:tileRect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任意多边形: 形状 12"/>
          <p:cNvSpPr/>
          <p:nvPr>
            <p:custDataLst>
              <p:tags r:id="rId14"/>
            </p:custDataLst>
          </p:nvPr>
        </p:nvSpPr>
        <p:spPr>
          <a:xfrm>
            <a:off x="0" y="0"/>
            <a:ext cx="1155779" cy="782190"/>
          </a:xfrm>
          <a:custGeom>
            <a:avLst/>
            <a:gdLst>
              <a:gd name="connsiteX0" fmla="*/ 0 w 1272801"/>
              <a:gd name="connsiteY0" fmla="*/ 0 h 861387"/>
              <a:gd name="connsiteX1" fmla="*/ 1263639 w 1272801"/>
              <a:gd name="connsiteY1" fmla="*/ 0 h 861387"/>
              <a:gd name="connsiteX2" fmla="*/ 1265668 w 1272801"/>
              <a:gd name="connsiteY2" fmla="*/ 4913 h 861387"/>
              <a:gd name="connsiteX3" fmla="*/ 1244268 w 1272801"/>
              <a:gd name="connsiteY3" fmla="*/ 166110 h 861387"/>
              <a:gd name="connsiteX4" fmla="*/ 904340 w 1272801"/>
              <a:gd name="connsiteY4" fmla="*/ 754877 h 861387"/>
              <a:gd name="connsiteX5" fmla="*/ 719866 w 1272801"/>
              <a:gd name="connsiteY5" fmla="*/ 861387 h 861387"/>
              <a:gd name="connsiteX6" fmla="*/ 40011 w 1272801"/>
              <a:gd name="connsiteY6" fmla="*/ 861387 h 861387"/>
              <a:gd name="connsiteX7" fmla="*/ 0 w 1272801"/>
              <a:gd name="connsiteY7" fmla="*/ 856079 h 861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72801" h="861387">
                <a:moveTo>
                  <a:pt x="0" y="0"/>
                </a:moveTo>
                <a:lnTo>
                  <a:pt x="1263639" y="0"/>
                </a:lnTo>
                <a:lnTo>
                  <a:pt x="1265668" y="4913"/>
                </a:lnTo>
                <a:cubicBezTo>
                  <a:pt x="1279935" y="58645"/>
                  <a:pt x="1272801" y="116673"/>
                  <a:pt x="1244268" y="166110"/>
                </a:cubicBezTo>
                <a:lnTo>
                  <a:pt x="904340" y="754877"/>
                </a:lnTo>
                <a:cubicBezTo>
                  <a:pt x="866296" y="820793"/>
                  <a:pt x="795981" y="861387"/>
                  <a:pt x="719866" y="861387"/>
                </a:cubicBezTo>
                <a:lnTo>
                  <a:pt x="40011" y="861387"/>
                </a:lnTo>
                <a:lnTo>
                  <a:pt x="0" y="856079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63000">
                <a:schemeClr val="accent1">
                  <a:alpha val="25000"/>
                </a:schemeClr>
              </a:gs>
            </a:gsLst>
            <a:lin ang="15000000" scaled="1"/>
            <a:tileRect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KSO_TEMPLATE" hidden="1"/>
          <p:cNvSpPr/>
          <p:nvPr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97.xml"/><Relationship Id="rId6" Type="http://schemas.openxmlformats.org/officeDocument/2006/relationships/image" Target="../media/image9.png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image" Target="../media/image8.png"/><Relationship Id="rId1" Type="http://schemas.openxmlformats.org/officeDocument/2006/relationships/tags" Target="../tags/tag9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5" Type="http://schemas.openxmlformats.org/officeDocument/2006/relationships/slideLayout" Target="../slideLayouts/slideLayout3.xml"/><Relationship Id="rId14" Type="http://schemas.openxmlformats.org/officeDocument/2006/relationships/tags" Target="../tags/tag111.xml"/><Relationship Id="rId13" Type="http://schemas.openxmlformats.org/officeDocument/2006/relationships/tags" Target="../tags/tag110.xml"/><Relationship Id="rId12" Type="http://schemas.openxmlformats.org/officeDocument/2006/relationships/tags" Target="../tags/tag109.xml"/><Relationship Id="rId11" Type="http://schemas.openxmlformats.org/officeDocument/2006/relationships/tags" Target="../tags/tag108.xml"/><Relationship Id="rId10" Type="http://schemas.openxmlformats.org/officeDocument/2006/relationships/tags" Target="../tags/tag107.xml"/><Relationship Id="rId1" Type="http://schemas.openxmlformats.org/officeDocument/2006/relationships/tags" Target="../tags/tag98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1.xml"/><Relationship Id="rId4" Type="http://schemas.openxmlformats.org/officeDocument/2006/relationships/tags" Target="../tags/tag114.xml"/><Relationship Id="rId3" Type="http://schemas.openxmlformats.org/officeDocument/2006/relationships/image" Target="../media/image10.png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70940" y="655955"/>
            <a:ext cx="2868930" cy="1106805"/>
          </a:xfrm>
          <a:prstGeom prst="rect">
            <a:avLst/>
          </a:prstGeom>
        </p:spPr>
      </p:pic>
      <p:sp>
        <p:nvSpPr>
          <p:cNvPr id="7" name="标题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871855" y="1267460"/>
            <a:ext cx="6209665" cy="2697480"/>
          </a:xfrm>
        </p:spPr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vi-VN" altLang="en-US" sz="4700" dirty="0"/>
              <a:t>BÁO CÁO LỖ LÃI</a:t>
            </a:r>
            <a:endParaRPr lang="vi-VN" altLang="en-US" sz="4700" dirty="0"/>
          </a:p>
        </p:txBody>
      </p:sp>
      <p:sp>
        <p:nvSpPr>
          <p:cNvPr id="8" name="副标题"/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vi-VN" altLang="en-US">
                <a:ea typeface="+mn-ea"/>
              </a:rPr>
              <a:t>THÁNG 05/</a:t>
            </a:r>
            <a:r>
              <a:rPr lang="vi-VN" altLang="en-US">
                <a:ea typeface="+mn-ea"/>
              </a:rPr>
              <a:t>2024</a:t>
            </a:r>
            <a:endParaRPr lang="vi-VN" altLang="en-US">
              <a:ea typeface="+mn-ea"/>
            </a:endParaRPr>
          </a:p>
        </p:txBody>
      </p:sp>
      <p:sp>
        <p:nvSpPr>
          <p:cNvPr id="9" name="署名"/>
          <p:cNvSpPr>
            <a:spLocks noGrp="1"/>
          </p:cNvSpPr>
          <p:nvPr>
            <p:ph type="body" sz="quarter" idx="17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vi-VN" altLang="en-US">
                <a:ea typeface="+mn-ea"/>
              </a:rPr>
              <a:t>MINH</a:t>
            </a:r>
            <a:endParaRPr lang="vi-VN" altLang="en-US">
              <a:ea typeface="+mn-ea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rcRect t="5222" r="3178"/>
          <a:stretch>
            <a:fillRect/>
          </a:stretch>
        </p:blipFill>
        <p:spPr>
          <a:xfrm>
            <a:off x="6197600" y="879475"/>
            <a:ext cx="5994400" cy="525462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vi-VN" altLang="en-US"/>
              <a:t>Tổng quan kết </a:t>
            </a:r>
            <a:r>
              <a:rPr lang="vi-VN" altLang="en-US"/>
              <a:t>quả</a:t>
            </a:r>
            <a:endParaRPr lang="vi-VN" altLang="en-US"/>
          </a:p>
        </p:txBody>
      </p:sp>
      <p:sp>
        <p:nvSpPr>
          <p:cNvPr id="8" name="矩形: 圆角 4"/>
          <p:cNvSpPr/>
          <p:nvPr>
            <p:custDataLst>
              <p:tags r:id="rId2"/>
            </p:custDataLst>
          </p:nvPr>
        </p:nvSpPr>
        <p:spPr>
          <a:xfrm>
            <a:off x="4876800" y="1384139"/>
            <a:ext cx="6223000" cy="901506"/>
          </a:xfrm>
          <a:prstGeom prst="roundRect">
            <a:avLst>
              <a:gd name="adj" fmla="val 18076"/>
            </a:avLst>
          </a:prstGeom>
          <a:solidFill>
            <a:srgbClr val="FFFFFF"/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76200" dist="762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lt1"/>
              </a:solidFill>
            </a:endParaRPr>
          </a:p>
        </p:txBody>
      </p:sp>
      <p:sp>
        <p:nvSpPr>
          <p:cNvPr id="13" name="序号"/>
          <p:cNvSpPr txBox="1"/>
          <p:nvPr>
            <p:custDataLst>
              <p:tags r:id="rId3"/>
            </p:custDataLst>
          </p:nvPr>
        </p:nvSpPr>
        <p:spPr>
          <a:xfrm>
            <a:off x="5048250" y="1409539"/>
            <a:ext cx="1193800" cy="901506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vi-VN" altLang="en-US" sz="28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01</a:t>
            </a:r>
            <a:endParaRPr lang="vi-VN" altLang="en-US" sz="28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4" name="项标题"/>
          <p:cNvSpPr txBox="1"/>
          <p:nvPr>
            <p:custDataLst>
              <p:tags r:id="rId4"/>
            </p:custDataLst>
          </p:nvPr>
        </p:nvSpPr>
        <p:spPr>
          <a:xfrm>
            <a:off x="6527801" y="1498084"/>
            <a:ext cx="4432300" cy="67361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vi-VN" altLang="en-US" sz="2000" b="1" dirty="0">
                <a:solidFill>
                  <a:srgbClr val="00151E"/>
                </a:solidFill>
                <a:latin typeface="+mn-lt"/>
              </a:rPr>
              <a:t>doanh thu thuận: 12,45 t</a:t>
            </a:r>
            <a:r>
              <a:rPr lang="vi-VN" altLang="en-US" sz="2000" b="1" dirty="0">
                <a:solidFill>
                  <a:srgbClr val="00151E"/>
                </a:solidFill>
                <a:latin typeface="+mn-lt"/>
              </a:rPr>
              <a:t>ỷ </a:t>
            </a:r>
            <a:r>
              <a:rPr lang="vi-VN" altLang="en-US" sz="2000" b="1" dirty="0">
                <a:solidFill>
                  <a:srgbClr val="00151E"/>
                </a:solidFill>
                <a:latin typeface="+mn-lt"/>
              </a:rPr>
              <a:t>VND</a:t>
            </a:r>
            <a:endParaRPr lang="vi-VN" altLang="en-US" sz="2000" b="1" dirty="0">
              <a:solidFill>
                <a:srgbClr val="00151E"/>
              </a:solidFill>
              <a:latin typeface="+mn-lt"/>
            </a:endParaRPr>
          </a:p>
        </p:txBody>
      </p:sp>
      <p:sp>
        <p:nvSpPr>
          <p:cNvPr id="15" name="矩形: 圆角 8"/>
          <p:cNvSpPr/>
          <p:nvPr>
            <p:custDataLst>
              <p:tags r:id="rId5"/>
            </p:custDataLst>
          </p:nvPr>
        </p:nvSpPr>
        <p:spPr>
          <a:xfrm>
            <a:off x="4876800" y="2425539"/>
            <a:ext cx="6223000" cy="901506"/>
          </a:xfrm>
          <a:prstGeom prst="roundRect">
            <a:avLst>
              <a:gd name="adj" fmla="val 18076"/>
            </a:avLst>
          </a:prstGeom>
          <a:solidFill>
            <a:srgbClr val="FFFFFF"/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76200" dist="762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lt1"/>
              </a:solidFill>
            </a:endParaRPr>
          </a:p>
        </p:txBody>
      </p:sp>
      <p:sp>
        <p:nvSpPr>
          <p:cNvPr id="19" name="序号"/>
          <p:cNvSpPr txBox="1"/>
          <p:nvPr>
            <p:custDataLst>
              <p:tags r:id="rId6"/>
            </p:custDataLst>
          </p:nvPr>
        </p:nvSpPr>
        <p:spPr>
          <a:xfrm>
            <a:off x="5048250" y="2450939"/>
            <a:ext cx="1193800" cy="901506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02</a:t>
            </a:r>
            <a:endParaRPr lang="en-US" sz="28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21" name="项标题"/>
          <p:cNvSpPr txBox="1"/>
          <p:nvPr>
            <p:custDataLst>
              <p:tags r:id="rId7"/>
            </p:custDataLst>
          </p:nvPr>
        </p:nvSpPr>
        <p:spPr>
          <a:xfrm>
            <a:off x="6527801" y="2539484"/>
            <a:ext cx="4432300" cy="67361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vi-VN" altLang="en-US" sz="2000" b="1" dirty="0">
                <a:solidFill>
                  <a:srgbClr val="00151E"/>
                </a:solidFill>
                <a:latin typeface="+mn-lt"/>
              </a:rPr>
              <a:t>Tổng chi phí: 7,28 tỷ </a:t>
            </a:r>
            <a:r>
              <a:rPr lang="vi-VN" altLang="en-US" sz="2000" b="1" dirty="0">
                <a:solidFill>
                  <a:srgbClr val="00151E"/>
                </a:solidFill>
                <a:latin typeface="+mn-lt"/>
              </a:rPr>
              <a:t>VND</a:t>
            </a:r>
            <a:endParaRPr lang="vi-VN" altLang="en-US" sz="2000" b="1" dirty="0">
              <a:solidFill>
                <a:srgbClr val="00151E"/>
              </a:solidFill>
              <a:latin typeface="+mn-lt"/>
            </a:endParaRPr>
          </a:p>
        </p:txBody>
      </p:sp>
      <p:sp>
        <p:nvSpPr>
          <p:cNvPr id="22" name="矩形: 圆角 16"/>
          <p:cNvSpPr/>
          <p:nvPr>
            <p:custDataLst>
              <p:tags r:id="rId8"/>
            </p:custDataLst>
          </p:nvPr>
        </p:nvSpPr>
        <p:spPr>
          <a:xfrm>
            <a:off x="4876800" y="3466939"/>
            <a:ext cx="6223000" cy="901506"/>
          </a:xfrm>
          <a:prstGeom prst="roundRect">
            <a:avLst>
              <a:gd name="adj" fmla="val 18076"/>
            </a:avLst>
          </a:prstGeom>
          <a:solidFill>
            <a:srgbClr val="FFFFFF"/>
          </a:solidFill>
          <a:ln>
            <a:solidFill>
              <a:schemeClr val="accent3">
                <a:lumMod val="40000"/>
                <a:lumOff val="60000"/>
              </a:schemeClr>
            </a:solidFill>
          </a:ln>
          <a:effectLst>
            <a:outerShdw blurRad="76200" dist="76200" dir="2700000" algn="tl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lt1"/>
              </a:solidFill>
            </a:endParaRPr>
          </a:p>
        </p:txBody>
      </p:sp>
      <p:sp>
        <p:nvSpPr>
          <p:cNvPr id="23" name="序号"/>
          <p:cNvSpPr txBox="1"/>
          <p:nvPr>
            <p:custDataLst>
              <p:tags r:id="rId9"/>
            </p:custDataLst>
          </p:nvPr>
        </p:nvSpPr>
        <p:spPr>
          <a:xfrm>
            <a:off x="5048250" y="3492339"/>
            <a:ext cx="1193800" cy="901506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  <a:latin typeface="+mn-lt"/>
              </a:rPr>
              <a:t>03</a:t>
            </a:r>
            <a:endParaRPr lang="en-US" sz="2800" b="1" dirty="0">
              <a:solidFill>
                <a:schemeClr val="accent3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24" name="项标题"/>
          <p:cNvSpPr txBox="1"/>
          <p:nvPr>
            <p:custDataLst>
              <p:tags r:id="rId10"/>
            </p:custDataLst>
          </p:nvPr>
        </p:nvSpPr>
        <p:spPr>
          <a:xfrm>
            <a:off x="6527801" y="3580884"/>
            <a:ext cx="4432300" cy="67361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vi-VN" altLang="en-US" sz="2000" b="1" dirty="0">
                <a:solidFill>
                  <a:srgbClr val="00151E"/>
                </a:solidFill>
                <a:latin typeface="+mn-lt"/>
              </a:rPr>
              <a:t>Lợi nhuận gộp: 5,17 tỷ </a:t>
            </a:r>
            <a:r>
              <a:rPr lang="vi-VN" altLang="en-US" sz="2000" b="1" dirty="0">
                <a:solidFill>
                  <a:srgbClr val="00151E"/>
                </a:solidFill>
                <a:latin typeface="+mn-lt"/>
              </a:rPr>
              <a:t>VND</a:t>
            </a:r>
            <a:endParaRPr lang="vi-VN" altLang="en-US" sz="2000" b="1" dirty="0">
              <a:solidFill>
                <a:srgbClr val="00151E"/>
              </a:solidFill>
              <a:latin typeface="+mn-lt"/>
            </a:endParaRPr>
          </a:p>
        </p:txBody>
      </p:sp>
      <p:sp>
        <p:nvSpPr>
          <p:cNvPr id="25" name="矩形: 圆角 20"/>
          <p:cNvSpPr/>
          <p:nvPr>
            <p:custDataLst>
              <p:tags r:id="rId11"/>
            </p:custDataLst>
          </p:nvPr>
        </p:nvSpPr>
        <p:spPr>
          <a:xfrm>
            <a:off x="4876800" y="4508339"/>
            <a:ext cx="6223000" cy="901506"/>
          </a:xfrm>
          <a:prstGeom prst="roundRect">
            <a:avLst>
              <a:gd name="adj" fmla="val 18076"/>
            </a:avLst>
          </a:prstGeom>
          <a:solidFill>
            <a:srgbClr val="FFFFFF"/>
          </a:solidFill>
          <a:ln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76200" dist="76200" dir="2700000" algn="tl" rotWithShape="0">
              <a:schemeClr val="accent4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lt1"/>
              </a:solidFill>
            </a:endParaRPr>
          </a:p>
        </p:txBody>
      </p:sp>
      <p:sp>
        <p:nvSpPr>
          <p:cNvPr id="26" name="序号"/>
          <p:cNvSpPr txBox="1"/>
          <p:nvPr>
            <p:custDataLst>
              <p:tags r:id="rId12"/>
            </p:custDataLst>
          </p:nvPr>
        </p:nvSpPr>
        <p:spPr>
          <a:xfrm>
            <a:off x="5048250" y="4533739"/>
            <a:ext cx="1193800" cy="901506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04</a:t>
            </a:r>
            <a:endParaRPr lang="en-US" sz="2800" b="1" dirty="0">
              <a:solidFill>
                <a:schemeClr val="accent4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27" name="项标题"/>
          <p:cNvSpPr txBox="1"/>
          <p:nvPr>
            <p:custDataLst>
              <p:tags r:id="rId13"/>
            </p:custDataLst>
          </p:nvPr>
        </p:nvSpPr>
        <p:spPr>
          <a:xfrm>
            <a:off x="6527801" y="4622284"/>
            <a:ext cx="4432300" cy="67361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vi-VN" altLang="en-US" sz="2000" b="1" dirty="0">
                <a:solidFill>
                  <a:srgbClr val="00151E"/>
                </a:solidFill>
                <a:latin typeface="+mn-lt"/>
              </a:rPr>
              <a:t>Lợi nhuận sau thuế: 2,89 tỷ </a:t>
            </a:r>
            <a:r>
              <a:rPr lang="vi-VN" altLang="en-US" sz="2000" b="1" dirty="0">
                <a:solidFill>
                  <a:srgbClr val="00151E"/>
                </a:solidFill>
                <a:latin typeface="+mn-lt"/>
              </a:rPr>
              <a:t>VND</a:t>
            </a:r>
            <a:endParaRPr lang="vi-VN" altLang="en-US" sz="2000" b="1" dirty="0">
              <a:solidFill>
                <a:srgbClr val="00151E"/>
              </a:solidFill>
              <a:latin typeface="+mn-lt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THANKS</a:t>
            </a:r>
            <a:endParaRPr lang="en-US"/>
          </a:p>
        </p:txBody>
      </p:sp>
      <p:sp>
        <p:nvSpPr>
          <p:cNvPr id="3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>
                <a:ea typeface="+mn-ea"/>
              </a:rPr>
              <a:t>Name</a:t>
            </a:r>
            <a:endParaRPr lang="en-US">
              <a:ea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31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VALUE" val="160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VALUE" val="160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Click to add title"/>
  <p:tag name="KSO_WM_UNIT_NOCLEAR" val="0"/>
  <p:tag name="KSO_WM_UNIT_TYPE" val="a"/>
  <p:tag name="KSO_WM_UNIT_INDEX" val="1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30"/>
  <p:tag name="KSO_WM_TEMPLATE_CATEGORY" val="custom"/>
  <p:tag name="KSO_WM_TEMPLATE_INDEX" val="20238137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UNIT_VALUE" val="350"/>
  <p:tag name="KSO_WM_TEMPLATE_CATEGORY" val="custom"/>
  <p:tag name="KSO_WM_TEMPLATE_INDEX" val="20238137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137"/>
  <p:tag name="KSO_WM_TEMPLATE_THUMBS_INDEX" val="1、9"/>
  <p:tag name="KSO_WM_SPECIAL_SOURCE" val="bdnull"/>
</p:tagLst>
</file>

<file path=ppt/tags/tag93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9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137_1*a*1"/>
  <p:tag name="KSO_WM_TEMPLATE_CATEGORY" val="custom"/>
  <p:tag name="KSO_WM_TEMPLATE_INDEX" val="20238137"/>
  <p:tag name="KSO_WM_UNIT_LAYERLEVEL" val="1"/>
  <p:tag name="KSO_WM_TAG_VERSION" val="3.0"/>
  <p:tag name="KSO_WM_BEAUTIFY_FLAG" val="#wm#"/>
  <p:tag name="KSO_WM_UNIT_PRESET_TEXT" val="The title goes here"/>
</p:tagLst>
</file>

<file path=ppt/tags/tag9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8137_1*b*1"/>
  <p:tag name="KSO_WM_TEMPLATE_CATEGORY" val="custom"/>
  <p:tag name="KSO_WM_TEMPLATE_INDEX" val="20238137"/>
  <p:tag name="KSO_WM_UNIT_LAYERLEVEL" val="1"/>
  <p:tag name="KSO_WM_TAG_VERSION" val="3.0"/>
  <p:tag name="KSO_WM_BEAUTIFY_FLAG" val="#wm#"/>
  <p:tag name="KSO_WM_UNIT_PRESET_TEXT" val="Add description"/>
</p:tagLst>
</file>

<file path=ppt/tags/tag96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8137_1*f*4"/>
  <p:tag name="KSO_WM_TEMPLATE_CATEGORY" val="custom"/>
  <p:tag name="KSO_WM_TEMPLATE_INDEX" val="20238137"/>
  <p:tag name="KSO_WM_UNIT_LAYERLEVEL" val="1"/>
  <p:tag name="KSO_WM_TAG_VERSION" val="3.0"/>
  <p:tag name="KSO_WM_BEAUTIFY_FLAG" val="#wm#"/>
  <p:tag name="KSO_WM_UNIT_PRESET_TEXT" val="Name"/>
</p:tagLst>
</file>

<file path=ppt/tags/tag97.xml><?xml version="1.0" encoding="utf-8"?>
<p:tagLst xmlns:p="http://schemas.openxmlformats.org/presentationml/2006/main">
  <p:tag name="KSO_WM_SLIDE_ID" val="custom20238137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137"/>
  <p:tag name="KSO_WM_SLIDE_LAYOUT" val="a_b_f"/>
  <p:tag name="KSO_WM_SLIDE_LAYOUT_CNT" val="1_1_1"/>
  <p:tag name="KSO_WM_SLIDE_TYPE" val="title"/>
  <p:tag name="KSO_WM_SLIDE_SUBTYPE" val="pureTxt"/>
  <p:tag name="KSO_WM_TEMPLATE_THUMBS_INDEX" val="1、9"/>
  <p:tag name="KSO_WM_SPECIAL_SOURCE" val="bdnull"/>
  <p:tag name="KSO_WM_SLIDE_THEME_ID" val="3327807"/>
  <p:tag name="KSO_WM_SLIDE_THEME_NAME" val="Blue Cartoon Education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137_4*a*1"/>
  <p:tag name="KSO_WM_TEMPLATE_CATEGORY" val="custom"/>
  <p:tag name="KSO_WM_TEMPLATE_INDEX" val="20238137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NOCLEAR" val="0"/>
  <p:tag name="KSO_WM_UNIT_VALUE" val="12"/>
  <p:tag name="KSO_WM_DIAGRAM_GROUP_CODE" val="l1-1"/>
  <p:tag name="KSO_WM_UNIT_TYPE" val="a"/>
  <p:tag name="KSO_WM_UNIT_INDEX" val="1"/>
  <p:tag name="KSO_WM_UNIT_PRESET_TEXT" val="Contents 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137_4*l_h_i*1_1_2"/>
  <p:tag name="KSO_WM_TEMPLATE_CATEGORY" val="custom"/>
  <p:tag name="KSO_WM_TEMPLATE_INDEX" val="20238137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04.470703125,&quot;left&quot;:384,&quot;top&quot;:66.24433347687008,&quot;width&quot;:490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.6000000238418579,&quot;colorType&quot;:1,&quot;foreColorIndex&quot;:5,&quot;transparency&quot;:0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137_4*l_h_i*1_1_1"/>
  <p:tag name="KSO_WM_TEMPLATE_CATEGORY" val="custom"/>
  <p:tag name="KSO_WM_TEMPLATE_INDEX" val="20238137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04.470703125,&quot;left&quot;:384,&quot;top&quot;:66.24433347687008,&quot;width&quot;:49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137_4*l_h_f*1_1_1"/>
  <p:tag name="KSO_WM_TEMPLATE_CATEGORY" val="custom"/>
  <p:tag name="KSO_WM_TEMPLATE_INDEX" val="20238137"/>
  <p:tag name="KSO_WM_UNIT_LAYERLEVEL" val="1_1_1"/>
  <p:tag name="KSO_WM_TAG_VERSION" val="3.0"/>
  <p:tag name="KSO_WM_BEAUTIFY_FLAG" val="#wm#"/>
  <p:tag name="KSO_WM_UNIT_SUBTYPE" val="a"/>
  <p:tag name="KSO_WM_UNIT_PRESET_TEXT_INDEX" val="0"/>
  <p:tag name="KSO_WM_UNIT_PRESET_TEXT_LEN" val="0"/>
  <p:tag name="KSO_WM_UNIT_NOCLEAR" val="0"/>
  <p:tag name="KSO_WM_UNIT_VALUE" val="34"/>
  <p:tag name="KSO_WM_DIAGRAM_GROUP_CODE" val="l1-1"/>
  <p:tag name="KSO_WM_UNIT_TYPE" val="l_h_f"/>
  <p:tag name="KSO_WM_UNIT_INDEX" val="1_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04.470703125,&quot;left&quot;:384,&quot;top&quot;:66.24433347687008,&quot;width&quot;:49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151e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Click here to add text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137_4*l_h_i*1_2_2"/>
  <p:tag name="KSO_WM_TEMPLATE_CATEGORY" val="custom"/>
  <p:tag name="KSO_WM_TEMPLATE_INDEX" val="20238137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04.470703125,&quot;left&quot;:384,&quot;top&quot;:66.24433347687008,&quot;width&quot;:490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.6000000238418579,&quot;colorType&quot;:1,&quot;foreColorIndex&quot;:5,&quot;transparency&quot;:0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137_4*l_h_i*1_2_1"/>
  <p:tag name="KSO_WM_TEMPLATE_CATEGORY" val="custom"/>
  <p:tag name="KSO_WM_TEMPLATE_INDEX" val="20238137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04.470703125,&quot;left&quot;:384,&quot;top&quot;:66.24433347687008,&quot;width&quot;:49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137_4*l_h_f*1_2_1"/>
  <p:tag name="KSO_WM_TEMPLATE_CATEGORY" val="custom"/>
  <p:tag name="KSO_WM_TEMPLATE_INDEX" val="20238137"/>
  <p:tag name="KSO_WM_UNIT_LAYERLEVEL" val="1_1_1"/>
  <p:tag name="KSO_WM_TAG_VERSION" val="3.0"/>
  <p:tag name="KSO_WM_BEAUTIFY_FLAG" val="#wm#"/>
  <p:tag name="KSO_WM_UNIT_SUBTYPE" val="a"/>
  <p:tag name="KSO_WM_UNIT_PRESET_TEXT_INDEX" val="0"/>
  <p:tag name="KSO_WM_UNIT_PRESET_TEXT_LEN" val="0"/>
  <p:tag name="KSO_WM_UNIT_NOCLEAR" val="0"/>
  <p:tag name="KSO_WM_UNIT_VALUE" val="34"/>
  <p:tag name="KSO_WM_DIAGRAM_GROUP_CODE" val="l1-1"/>
  <p:tag name="KSO_WM_UNIT_TYPE" val="l_h_f"/>
  <p:tag name="KSO_WM_UNIT_INDEX" val="1_2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04.470703125,&quot;left&quot;:384,&quot;top&quot;:66.24433347687008,&quot;width&quot;:49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151e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Click here to add text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137_4*l_h_i*1_3_2"/>
  <p:tag name="KSO_WM_TEMPLATE_CATEGORY" val="custom"/>
  <p:tag name="KSO_WM_TEMPLATE_INDEX" val="20238137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04.470703125,&quot;left&quot;:384,&quot;top&quot;:66.24433347687008,&quot;width&quot;:490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.6000000238418579,&quot;colorType&quot;:1,&quot;foreColorIndex&quot;:5,&quot;transparency&quot;:0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137_4*l_h_i*1_3_1"/>
  <p:tag name="KSO_WM_TEMPLATE_CATEGORY" val="custom"/>
  <p:tag name="KSO_WM_TEMPLATE_INDEX" val="20238137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04.470703125,&quot;left&quot;:384,&quot;top&quot;:66.24433347687008,&quot;width&quot;:49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137_4*l_h_f*1_3_1"/>
  <p:tag name="KSO_WM_TEMPLATE_CATEGORY" val="custom"/>
  <p:tag name="KSO_WM_TEMPLATE_INDEX" val="20238137"/>
  <p:tag name="KSO_WM_UNIT_LAYERLEVEL" val="1_1_1"/>
  <p:tag name="KSO_WM_TAG_VERSION" val="3.0"/>
  <p:tag name="KSO_WM_BEAUTIFY_FLAG" val="#wm#"/>
  <p:tag name="KSO_WM_UNIT_SUBTYPE" val="a"/>
  <p:tag name="KSO_WM_UNIT_PRESET_TEXT_INDEX" val="0"/>
  <p:tag name="KSO_WM_UNIT_PRESET_TEXT_LEN" val="0"/>
  <p:tag name="KSO_WM_UNIT_NOCLEAR" val="0"/>
  <p:tag name="KSO_WM_UNIT_VALUE" val="34"/>
  <p:tag name="KSO_WM_DIAGRAM_GROUP_CODE" val="l1-1"/>
  <p:tag name="KSO_WM_UNIT_TYPE" val="l_h_f"/>
  <p:tag name="KSO_WM_UNIT_INDEX" val="1_3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04.470703125,&quot;left&quot;:384,&quot;top&quot;:66.24433347687008,&quot;width&quot;:49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151e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Click here to add text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137_4*l_h_i*1_4_2"/>
  <p:tag name="KSO_WM_TEMPLATE_CATEGORY" val="custom"/>
  <p:tag name="KSO_WM_TEMPLATE_INDEX" val="20238137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4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04.470703125,&quot;left&quot;:384,&quot;top&quot;:66.24433347687008,&quot;width&quot;:490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.6000000238418579,&quot;colorType&quot;:1,&quot;foreColorIndex&quot;:5,&quot;transparency&quot;:0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137_4*l_h_i*1_4_1"/>
  <p:tag name="KSO_WM_TEMPLATE_CATEGORY" val="custom"/>
  <p:tag name="KSO_WM_TEMPLATE_INDEX" val="20238137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4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04.470703125,&quot;left&quot;:384,&quot;top&quot;:66.24433347687008,&quot;width&quot;:49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4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137_4*l_h_f*1_4_1"/>
  <p:tag name="KSO_WM_TEMPLATE_CATEGORY" val="custom"/>
  <p:tag name="KSO_WM_TEMPLATE_INDEX" val="20238137"/>
  <p:tag name="KSO_WM_UNIT_LAYERLEVEL" val="1_1_1"/>
  <p:tag name="KSO_WM_TAG_VERSION" val="3.0"/>
  <p:tag name="KSO_WM_BEAUTIFY_FLAG" val="#wm#"/>
  <p:tag name="KSO_WM_UNIT_SUBTYPE" val="a"/>
  <p:tag name="KSO_WM_UNIT_PRESET_TEXT_INDEX" val="0"/>
  <p:tag name="KSO_WM_UNIT_PRESET_TEXT_LEN" val="0"/>
  <p:tag name="KSO_WM_UNIT_NOCLEAR" val="0"/>
  <p:tag name="KSO_WM_UNIT_VALUE" val="34"/>
  <p:tag name="KSO_WM_DIAGRAM_GROUP_CODE" val="l1-1"/>
  <p:tag name="KSO_WM_UNIT_TYPE" val="l_h_f"/>
  <p:tag name="KSO_WM_UNIT_INDEX" val="1_4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04.470703125,&quot;left&quot;:384,&quot;top&quot;:66.24433347687008,&quot;width&quot;:49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151e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Click here to add text"/>
</p:tagLst>
</file>

<file path=ppt/tags/tag111.xml><?xml version="1.0" encoding="utf-8"?>
<p:tagLst xmlns:p="http://schemas.openxmlformats.org/presentationml/2006/main">
  <p:tag name="KSO_WM_SLIDE_ID" val="custom20238137_4"/>
  <p:tag name="KSO_WM_TEMPLATE_SUBCATEGORY" val="0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8137"/>
  <p:tag name="KSO_WM_SLIDE_TYPE" val="contents"/>
  <p:tag name="KSO_WM_SLIDE_SUBTYPE" val="diag"/>
  <p:tag name="KSO_WM_DIAGRAM_GROUP_CODE" val="l1-1"/>
  <p:tag name="KSO_WM_SLIDE_DIAGTYPE" val="l"/>
  <p:tag name="KSO_WM_SLIDE_LAYOUT" val="a_l"/>
  <p:tag name="KSO_WM_SLIDE_LAYOUT_CNT" val="1_1"/>
  <p:tag name="KSO_WM_SLIDE_THEME_ID" val="3327807"/>
  <p:tag name="KSO_WM_SLIDE_THEME_NAME" val="Blue Cartoon Education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137_9*a*1"/>
  <p:tag name="KSO_WM_TEMPLATE_CATEGORY" val="custom"/>
  <p:tag name="KSO_WM_TEMPLATE_INDEX" val="20238137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1"/>
  <p:tag name="KSO_WM_UNIT_TYPE" val="a"/>
  <p:tag name="KSO_WM_UNIT_INDEX" val="1"/>
  <p:tag name="KSO_WM_UNIT_PRESET_TEXT" val="THANKS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137_9*f*4"/>
  <p:tag name="KSO_WM_TEMPLATE_CATEGORY" val="custom"/>
  <p:tag name="KSO_WM_TEMPLATE_INDEX" val="20238137"/>
  <p:tag name="KSO_WM_UNIT_LAYERLEVEL" val="1"/>
  <p:tag name="KSO_WM_TAG_VERSION" val="3.0"/>
  <p:tag name="KSO_WM_BEAUTIFY_FLAG" val="#wm#"/>
  <p:tag name="KSO_WM_UNIT_SUBTYPE" val="b"/>
  <p:tag name="KSO_WM_UNIT_NOCLEAR" val="0"/>
  <p:tag name="KSO_WM_UNIT_VALUE" val="8"/>
  <p:tag name="KSO_WM_UNIT_TYPE" val="f"/>
  <p:tag name="KSO_WM_UNIT_INDEX" val="4"/>
  <p:tag name="KSO_WM_UNIT_PRESET_TEXT" val="Name"/>
</p:tagLst>
</file>

<file path=ppt/tags/tag114.xml><?xml version="1.0" encoding="utf-8"?>
<p:tagLst xmlns:p="http://schemas.openxmlformats.org/presentationml/2006/main">
  <p:tag name="KSO_WM_SLIDE_ID" val="custom20238137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8137"/>
  <p:tag name="KSO_WM_SLIDE_TYPE" val="endPage"/>
  <p:tag name="KSO_WM_SLIDE_SUBTYPE" val="pureTxt"/>
  <p:tag name="KSO_WM_SLIDE_LAYOUT" val="a_f"/>
  <p:tag name="KSO_WM_SLIDE_LAYOUT_CNT" val="1_1"/>
  <p:tag name="KSO_WM_SPECIAL_SOURCE" val="bdnull"/>
  <p:tag name="KSO_WM_SLIDE_THEME_ID" val="3327807"/>
  <p:tag name="KSO_WM_SLIDE_THEME_NAME" val="Blue Cartoon Education"/>
</p:tagLst>
</file>

<file path=ppt/theme/theme1.xml><?xml version="1.0" encoding="utf-8"?>
<a:theme xmlns:a="http://schemas.openxmlformats.org/drawingml/2006/main" name="1_Office Theme">
  <a:themeElements>
    <a:clrScheme name="0000402-3">
      <a:dk1>
        <a:srgbClr val="333333"/>
      </a:dk1>
      <a:lt1>
        <a:srgbClr val="FFFFFF"/>
      </a:lt1>
      <a:dk2>
        <a:srgbClr val="00151E"/>
      </a:dk2>
      <a:lt2>
        <a:srgbClr val="E5F7FF"/>
      </a:lt2>
      <a:accent1>
        <a:srgbClr val="83D8FF"/>
      </a:accent1>
      <a:accent2>
        <a:srgbClr val="3D7EFE"/>
      </a:accent2>
      <a:accent3>
        <a:srgbClr val="839EFF"/>
      </a:accent3>
      <a:accent4>
        <a:srgbClr val="FF883C"/>
      </a:accent4>
      <a:accent5>
        <a:srgbClr val="FEC55C"/>
      </a:accent5>
      <a:accent6>
        <a:srgbClr val="FF836C"/>
      </a:accent6>
      <a:hlink>
        <a:srgbClr val="0026E5"/>
      </a:hlink>
      <a:folHlink>
        <a:srgbClr val="7E1FAD"/>
      </a:folHlink>
    </a:clrScheme>
    <a:fontScheme name="可爱">
      <a:majorFont>
        <a:latin typeface="Mali SemiBold"/>
        <a:ea typeface="Mali SemiBold"/>
        <a:cs typeface=""/>
      </a:majorFont>
      <a:minorFont>
        <a:latin typeface="Mali"/>
        <a:ea typeface="Mal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lang="en-US" sz="2400" kern="100" dirty="0">
            <a:solidFill>
              <a:srgbClr val="333333"/>
            </a:solidFill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WPS Presentation</Application>
  <PresentationFormat>Màn hình rộng</PresentationFormat>
  <Paragraphs>28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7" baseType="lpstr">
      <vt:lpstr>Arial</vt:lpstr>
      <vt:lpstr>SimSun</vt:lpstr>
      <vt:lpstr>Wingdings</vt:lpstr>
      <vt:lpstr>Wingdings</vt:lpstr>
      <vt:lpstr>Times New Roman</vt:lpstr>
      <vt:lpstr>Microsoft YaHei</vt:lpstr>
      <vt:lpstr>Arial Unicode MS</vt:lpstr>
      <vt:lpstr>Manrope ExtraBold</vt:lpstr>
      <vt:lpstr>Segoe Print</vt:lpstr>
      <vt:lpstr>Lato</vt:lpstr>
      <vt:lpstr>江城圆体 400W</vt:lpstr>
      <vt:lpstr>Mali SemiBold</vt:lpstr>
      <vt:lpstr>Mali</vt:lpstr>
      <vt:lpstr>1_Office Theme</vt:lpstr>
      <vt:lpstr>BÁO CÁO LỖ LÃI</vt:lpstr>
      <vt:lpstr>Contents 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LỖ LÃI</dc:title>
  <dc:creator>Admin</dc:creator>
  <cp:lastModifiedBy>Minh Nguyễn</cp:lastModifiedBy>
  <cp:revision>1</cp:revision>
  <dcterms:created xsi:type="dcterms:W3CDTF">2026-10-26T02:56:01Z</dcterms:created>
  <dcterms:modified xsi:type="dcterms:W3CDTF">2026-10-26T02:56:01Z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1066-12.1.0.28096</vt:lpwstr>
  </property>
  <property fmtid="{D5CDD505-2E9C-101B-9397-08002B2CF9AE}" pid="3" name="ICV">
    <vt:lpwstr>CD753D3A6F77431C8794B136EBE46973_11</vt:lpwstr>
  </property>
</Properties>
</file>